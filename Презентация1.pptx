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74" r:id="rId10"/>
    <p:sldId id="272" r:id="rId11"/>
    <p:sldId id="273" r:id="rId12"/>
    <p:sldId id="270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660"/>
  </p:normalViewPr>
  <p:slideViewPr>
    <p:cSldViewPr snapToGrid="0">
      <p:cViewPr varScale="1">
        <p:scale>
          <a:sx n="88" d="100"/>
          <a:sy n="88" d="100"/>
        </p:scale>
        <p:origin x="5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26.02.2022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0866" y="1122623"/>
            <a:ext cx="5721531" cy="4519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287382" y="2849880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60089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361509" y="1428206"/>
            <a:ext cx="1157151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требования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801292" y="2381404"/>
            <a:ext cx="1162594" cy="46847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Проектирова-ние модели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109800" y="3560096"/>
            <a:ext cx="1140823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Разработка ПО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79145" y="3560096"/>
            <a:ext cx="1163665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Модуль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423660" y="2381404"/>
            <a:ext cx="1152525" cy="43990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Интегрированные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6663690" y="1428206"/>
            <a:ext cx="1162050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Валидация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32" y="130747"/>
            <a:ext cx="8360227" cy="358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67475" y="3807995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8316" y="3802466"/>
            <a:ext cx="3233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 smtClean="0"/>
              <a:t>SiL</a:t>
            </a:r>
            <a:r>
              <a:rPr lang="ru-RU" dirty="0" smtClean="0"/>
              <a:t>). Код </a:t>
            </a:r>
            <a:r>
              <a:rPr lang="ru-RU" dirty="0"/>
              <a:t>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29" y="3802465"/>
            <a:ext cx="33092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</a:t>
            </a:r>
            <a:r>
              <a:rPr lang="ru-RU" dirty="0" smtClean="0"/>
              <a:t>(HIL) </a:t>
            </a:r>
            <a:r>
              <a:rPr lang="ru-RU" dirty="0"/>
              <a:t>- это метод, при котором реальные сигналы от контроллера подключаются к тестовой системе, которая имитирует реальность, обманывая контроллер, заставляя его думать, что он находится в собранном продукте.</a:t>
            </a:r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2" y="118006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0675" y="1071154"/>
            <a:ext cx="427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5" y="278674"/>
            <a:ext cx="11643750" cy="633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38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8205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77" y="444138"/>
            <a:ext cx="8468036" cy="59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9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06966" y="1080779"/>
            <a:ext cx="5293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Сравнение регулятора по модели</a:t>
            </a:r>
            <a:r>
              <a:rPr lang="en-US" dirty="0" smtClean="0"/>
              <a:t> </a:t>
            </a:r>
            <a:r>
              <a:rPr lang="ru-RU" dirty="0" smtClean="0"/>
              <a:t>и ПИД регулятора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673767" y="2245895"/>
            <a:ext cx="47003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создавать модель объекта управления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Возможность наложить на величину управляющего воздействия и максимальные отклонения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При наличии двух целей регулирования их взаимодействие определяется весовыми параметрами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6320590" y="2245895"/>
            <a:ext cx="5871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подбора коэффициентов регулятора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На каждую цель свой регулятор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06414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2080</TotalTime>
  <Words>252</Words>
  <Application>Microsoft Office PowerPoint</Application>
  <PresentationFormat>Широкоэкранный</PresentationFormat>
  <Paragraphs>56</Paragraphs>
  <Slides>12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23</cp:revision>
  <dcterms:created xsi:type="dcterms:W3CDTF">2022-02-05T13:01:35Z</dcterms:created>
  <dcterms:modified xsi:type="dcterms:W3CDTF">2022-02-26T16:50:18Z</dcterms:modified>
</cp:coreProperties>
</file>