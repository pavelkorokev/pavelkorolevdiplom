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notesMasterIdLst>
    <p:notesMasterId r:id="rId20"/>
  </p:notesMasterIdLst>
  <p:sldIdLst>
    <p:sldId id="288" r:id="rId5"/>
    <p:sldId id="284" r:id="rId6"/>
    <p:sldId id="290" r:id="rId7"/>
    <p:sldId id="291" r:id="rId8"/>
    <p:sldId id="293" r:id="rId9"/>
    <p:sldId id="285" r:id="rId10"/>
    <p:sldId id="292" r:id="rId11"/>
    <p:sldId id="294" r:id="rId12"/>
    <p:sldId id="295" r:id="rId13"/>
    <p:sldId id="299" r:id="rId14"/>
    <p:sldId id="300" r:id="rId15"/>
    <p:sldId id="301" r:id="rId16"/>
    <p:sldId id="302" r:id="rId17"/>
    <p:sldId id="303" r:id="rId18"/>
    <p:sldId id="29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0F0"/>
    <a:srgbClr val="FFFEFB"/>
    <a:srgbClr val="F8FEF9"/>
    <a:srgbClr val="FFFFFF"/>
    <a:srgbClr val="EFF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0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9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35580-0172-4D93-9BE5-316FB507CD8C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C7625-2167-4EB4-AF97-DB1BCA89BA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84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9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32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180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85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02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54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78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74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95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35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48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6C8FE-476E-4A3C-B81E-499FC72A45FE}" type="datetimeFigureOut">
              <a:rPr lang="ru-RU" smtClean="0"/>
              <a:t>04.10.2021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E2C82-D87E-42C1-8E83-F280A1E91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38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737" y="0"/>
            <a:ext cx="10046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5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38" y="0"/>
            <a:ext cx="9996999" cy="68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5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03" y="0"/>
            <a:ext cx="9082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39" y="100013"/>
            <a:ext cx="9230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6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26" y="48926"/>
            <a:ext cx="9082612" cy="680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0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17" y="-1"/>
            <a:ext cx="912067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5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58" y="656838"/>
            <a:ext cx="7411484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8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47" y="0"/>
            <a:ext cx="9100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1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12" y="0"/>
            <a:ext cx="8977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4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02" y="0"/>
            <a:ext cx="8904157" cy="6858000"/>
          </a:xfrm>
          <a:prstGeom prst="rect">
            <a:avLst/>
          </a:prstGeom>
        </p:spPr>
      </p:pic>
      <p:sp>
        <p:nvSpPr>
          <p:cNvPr id="5" name="Круговая стрелка 4"/>
          <p:cNvSpPr/>
          <p:nvPr/>
        </p:nvSpPr>
        <p:spPr>
          <a:xfrm rot="16200000">
            <a:off x="6426542" y="1442297"/>
            <a:ext cx="2320241" cy="2293147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Круговая стрелка 5"/>
          <p:cNvSpPr/>
          <p:nvPr/>
        </p:nvSpPr>
        <p:spPr>
          <a:xfrm rot="5400000">
            <a:off x="4108394" y="1442297"/>
            <a:ext cx="2320241" cy="2293147"/>
          </a:xfrm>
          <a:prstGeom prst="circular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6749" y="771525"/>
            <a:ext cx="1171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 smtClean="0">
                <a:solidFill>
                  <a:srgbClr val="FFC000"/>
                </a:solidFill>
              </a:rPr>
              <a:t>М</a:t>
            </a:r>
            <a:r>
              <a:rPr lang="ru-RU" sz="4800" b="1" baseline="-25000" dirty="0">
                <a:solidFill>
                  <a:srgbClr val="FFC000"/>
                </a:solidFill>
              </a:rPr>
              <a:t>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874" y="771524"/>
            <a:ext cx="1171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 smtClean="0">
                <a:solidFill>
                  <a:srgbClr val="FF0000"/>
                </a:solidFill>
              </a:rPr>
              <a:t>М</a:t>
            </a:r>
            <a:r>
              <a:rPr lang="ru-RU" sz="4800" b="1" baseline="-25000" dirty="0" smtClean="0">
                <a:solidFill>
                  <a:srgbClr val="FF0000"/>
                </a:solidFill>
              </a:rPr>
              <a:t>С</a:t>
            </a:r>
            <a:endParaRPr lang="ru-RU" sz="4800" b="1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001" y="1880982"/>
            <a:ext cx="13765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rgbClr val="FFC000"/>
                </a:solidFill>
              </a:rPr>
              <a:t>ДВС, </a:t>
            </a:r>
            <a:r>
              <a:rPr lang="ru-RU" sz="4000" b="1" dirty="0" err="1" smtClean="0">
                <a:solidFill>
                  <a:srgbClr val="FFC000"/>
                </a:solidFill>
              </a:rPr>
              <a:t>М</a:t>
            </a:r>
            <a:r>
              <a:rPr lang="ru-RU" sz="4000" b="1" baseline="-25000" dirty="0" err="1" smtClean="0">
                <a:solidFill>
                  <a:srgbClr val="FFC000"/>
                </a:solidFill>
              </a:rPr>
              <a:t>к</a:t>
            </a:r>
            <a:endParaRPr lang="ru-RU" sz="4000" b="1" baseline="-25000" dirty="0" smtClean="0">
              <a:solidFill>
                <a:srgbClr val="FFC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0660" y="1880983"/>
            <a:ext cx="16279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rgbClr val="FF0000"/>
                </a:solidFill>
              </a:rPr>
              <a:t>Стенд, М</a:t>
            </a:r>
            <a:r>
              <a:rPr lang="ru-RU" sz="4000" b="1" baseline="-25000" dirty="0">
                <a:solidFill>
                  <a:srgbClr val="FF0000"/>
                </a:solidFill>
              </a:rPr>
              <a:t>С</a:t>
            </a:r>
            <a:endParaRPr lang="ru-RU" sz="4000" b="1" baseline="-25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88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9133" y="0"/>
            <a:ext cx="931936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94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75922" y="4625326"/>
                <a:ext cx="2878932" cy="701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М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М</m:t>
                          </m:r>
                        </m:e>
                        <m:sub>
                          <m:r>
                            <a:rPr lang="ru-R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С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922" y="4625326"/>
                <a:ext cx="2878932" cy="70121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4660115" y="1426124"/>
            <a:ext cx="2071687" cy="11313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60114" y="1716900"/>
                <a:ext cx="207168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</m:oMath>
                  </m:oMathPara>
                </a14:m>
                <a:endParaRPr lang="ru-RU" sz="320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114" y="1716900"/>
                <a:ext cx="2071687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660115" y="2832779"/>
            <a:ext cx="2071687" cy="1122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660114" y="4296821"/>
            <a:ext cx="2071687" cy="11244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60114" y="2849650"/>
                <a:ext cx="2071687" cy="1106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ru-RU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ru-RU" sz="3200" dirty="0"/>
                                <m:t> </m:t>
                              </m:r>
                              <m:r>
                                <a:rPr lang="ru-RU" sz="3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ru-RU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И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3200" dirty="0" smtClean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114" y="2849650"/>
                <a:ext cx="2071687" cy="11060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60113" y="4391544"/>
                <a:ext cx="2071687" cy="93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Д</m:t>
                          </m:r>
                        </m:sub>
                      </m:sSub>
                    </m:oMath>
                  </m:oMathPara>
                </a14:m>
                <a:endParaRPr lang="ru-RU" sz="3200" dirty="0" smtClean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113" y="4391544"/>
                <a:ext cx="2071687" cy="9350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1152523" y="2523456"/>
            <a:ext cx="17216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𝑛</a:t>
            </a:r>
            <a:r>
              <a:rPr lang="ru-RU" sz="3200" baseline="-25000" dirty="0" err="1" smtClean="0"/>
              <a:t>изм</a:t>
            </a:r>
            <a:endParaRPr lang="ru-RU" sz="3200" baseline="-250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176316" y="3506304"/>
            <a:ext cx="1150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𝑛</a:t>
            </a:r>
            <a:r>
              <a:rPr lang="ru-RU" sz="3200" baseline="-25000" dirty="0" smtClean="0"/>
              <a:t>уст</a:t>
            </a:r>
            <a:endParaRPr lang="ru-RU" sz="3200" baseline="-25000" dirty="0"/>
          </a:p>
        </p:txBody>
      </p:sp>
      <p:sp>
        <p:nvSpPr>
          <p:cNvPr id="13" name="Овал 12"/>
          <p:cNvSpPr/>
          <p:nvPr/>
        </p:nvSpPr>
        <p:spPr>
          <a:xfrm>
            <a:off x="2794525" y="3153990"/>
            <a:ext cx="493978" cy="49957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845592" y="3097365"/>
            <a:ext cx="561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−</a:t>
            </a: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 flipV="1">
            <a:off x="2048460" y="2849650"/>
            <a:ext cx="993054" cy="6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3041514" y="2849650"/>
            <a:ext cx="0" cy="315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V="1">
            <a:off x="2033493" y="3952527"/>
            <a:ext cx="993054" cy="6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3026548" y="3650584"/>
            <a:ext cx="7069" cy="29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>
            <a:off x="4283878" y="1980887"/>
            <a:ext cx="1" cy="2977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3288503" y="3398880"/>
            <a:ext cx="995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4283876" y="1982291"/>
            <a:ext cx="376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4283876" y="3398880"/>
            <a:ext cx="376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4283874" y="4958170"/>
            <a:ext cx="376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6731800" y="1964473"/>
            <a:ext cx="376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6731800" y="4933135"/>
            <a:ext cx="376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endCxn id="27" idx="2"/>
          </p:cNvCxnSpPr>
          <p:nvPr/>
        </p:nvCxnSpPr>
        <p:spPr>
          <a:xfrm flipV="1">
            <a:off x="6731800" y="3400761"/>
            <a:ext cx="1150144" cy="1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Овал 26"/>
          <p:cNvSpPr/>
          <p:nvPr/>
        </p:nvSpPr>
        <p:spPr>
          <a:xfrm>
            <a:off x="7881944" y="3150974"/>
            <a:ext cx="493978" cy="49957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7933011" y="3094349"/>
            <a:ext cx="561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+</a:t>
            </a:r>
            <a:endParaRPr lang="ru-RU" sz="3200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7108039" y="1980887"/>
            <a:ext cx="824972" cy="118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V="1">
            <a:off x="7108039" y="3650548"/>
            <a:ext cx="824972" cy="1272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V="1">
            <a:off x="8426989" y="3385442"/>
            <a:ext cx="1150144" cy="1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9746256" y="3007253"/>
            <a:ext cx="17216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 smtClean="0">
                <a:solidFill>
                  <a:srgbClr val="FF0000"/>
                </a:solidFill>
              </a:rPr>
              <a:t>М</a:t>
            </a:r>
            <a:r>
              <a:rPr lang="ru-RU" sz="3200" baseline="-25000" dirty="0" err="1" smtClean="0">
                <a:solidFill>
                  <a:srgbClr val="FF0000"/>
                </a:solidFill>
              </a:rPr>
              <a:t>с</a:t>
            </a:r>
            <a:endParaRPr lang="ru-RU" sz="3200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Прямоугольник 32"/>
              <p:cNvSpPr/>
              <p:nvPr/>
            </p:nvSpPr>
            <p:spPr>
              <a:xfrm>
                <a:off x="3308914" y="2843603"/>
                <a:ext cx="76553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3" name="Прямоугольник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914" y="2843603"/>
                <a:ext cx="765531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77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40" y="867358"/>
            <a:ext cx="2186829" cy="42087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337" y="883936"/>
            <a:ext cx="2186829" cy="4703418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>
            <a:off x="3055163" y="5092713"/>
            <a:ext cx="1151212" cy="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4206375" y="875646"/>
            <a:ext cx="0" cy="4180818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701680" y="561052"/>
            <a:ext cx="3958136" cy="7009"/>
          </a:xfrm>
          <a:prstGeom prst="line">
            <a:avLst/>
          </a:prstGeom>
          <a:ln w="1905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10538784" y="867358"/>
            <a:ext cx="0" cy="165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698" y="888052"/>
            <a:ext cx="2416471" cy="4166561"/>
          </a:xfrm>
          <a:prstGeom prst="rect">
            <a:avLst/>
          </a:prstGeom>
        </p:spPr>
      </p:pic>
      <p:cxnSp>
        <p:nvCxnSpPr>
          <p:cNvPr id="11" name="Прямая со стрелкой 10"/>
          <p:cNvCxnSpPr/>
          <p:nvPr/>
        </p:nvCxnSpPr>
        <p:spPr>
          <a:xfrm>
            <a:off x="4206375" y="867277"/>
            <a:ext cx="1527675" cy="4015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5736450" y="5084344"/>
            <a:ext cx="1151212" cy="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V="1">
            <a:off x="6887662" y="867277"/>
            <a:ext cx="0" cy="4180818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6866078" y="885215"/>
            <a:ext cx="1527675" cy="4015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V="1">
            <a:off x="5708030" y="570898"/>
            <a:ext cx="942" cy="315736"/>
          </a:xfrm>
          <a:prstGeom prst="line">
            <a:avLst/>
          </a:prstGeom>
          <a:ln w="1905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9651878" y="555556"/>
            <a:ext cx="1145" cy="3720905"/>
          </a:xfrm>
          <a:prstGeom prst="line">
            <a:avLst/>
          </a:prstGeom>
          <a:ln w="1905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8607" y="5490455"/>
            <a:ext cx="4775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Запуск измерений,</a:t>
            </a:r>
          </a:p>
          <a:p>
            <a:r>
              <a:rPr lang="ru-RU" sz="2000" dirty="0" smtClean="0"/>
              <a:t>установка начальных значений</a:t>
            </a:r>
            <a:endParaRPr lang="ru-R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8851418" y="5585911"/>
            <a:ext cx="2899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Перебор коэффициентов ПИД-регулятора </a:t>
            </a:r>
            <a:endParaRPr lang="ru-RU" sz="20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flipH="1" flipV="1">
            <a:off x="9323692" y="5048095"/>
            <a:ext cx="581070" cy="484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V="1">
            <a:off x="2112482" y="5136242"/>
            <a:ext cx="238116" cy="386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18369" y="5714882"/>
            <a:ext cx="3366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Смена режимов работы ДВС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 flipV="1">
            <a:off x="5807225" y="5329650"/>
            <a:ext cx="644" cy="427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2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66" y="207807"/>
            <a:ext cx="11157261" cy="65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37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984" y="0"/>
            <a:ext cx="9147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25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9A38645CA86DF4780C66F1E664871ED" ma:contentTypeVersion="2" ma:contentTypeDescription="Создание документа." ma:contentTypeScope="" ma:versionID="29b765019f4502a73e3c315cb362294a">
  <xsd:schema xmlns:xsd="http://www.w3.org/2001/XMLSchema" xmlns:xs="http://www.w3.org/2001/XMLSchema" xmlns:p="http://schemas.microsoft.com/office/2006/metadata/properties" xmlns:ns2="62cee8fb-4222-4e84-86d1-c7f805697f90" targetNamespace="http://schemas.microsoft.com/office/2006/metadata/properties" ma:root="true" ma:fieldsID="3a09f6dcb2a087c7f1c0e84a64650845" ns2:_="">
    <xsd:import namespace="62cee8fb-4222-4e84-86d1-c7f805697f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ee8fb-4222-4e84-86d1-c7f805697f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FB1410-44BD-4578-B92D-6AFBCED16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cee8fb-4222-4e84-86d1-c7f805697f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4F477C-07DA-456C-BD20-B7D2FF2F26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F23298-7C81-4E7E-A74D-508F3632C1E7}">
  <ds:schemaRefs>
    <ds:schemaRef ds:uri="http://www.w3.org/XML/1998/namespace"/>
    <ds:schemaRef ds:uri="http://schemas.microsoft.com/office/2006/documentManagement/types"/>
    <ds:schemaRef ds:uri="62cee8fb-4222-4e84-86d1-c7f805697f90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1988</TotalTime>
  <Words>33</Words>
  <Application>Microsoft Office PowerPoint</Application>
  <PresentationFormat>Широкоэкранный</PresentationFormat>
  <Paragraphs>18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Дипломная работа   на тему: Разработка системы управления для испытаний электрогидравлических форсунок аккумуляторной топливной системы</dc:title>
  <dc:creator>Пользователь Windows</dc:creator>
  <cp:lastModifiedBy>Павел Душкин</cp:lastModifiedBy>
  <cp:revision>158</cp:revision>
  <dcterms:created xsi:type="dcterms:W3CDTF">2020-04-13T05:53:42Z</dcterms:created>
  <dcterms:modified xsi:type="dcterms:W3CDTF">2021-10-04T11:44:32Z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0x010100D9A38645CA86DF4780C66F1E664871ED</vt:lpwstr>
  </property>
</Properties>
</file>